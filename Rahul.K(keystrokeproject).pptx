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>
            <a:normAutofit/>
          </a:bodyPr>
          <a:lstStyle/>
          <a:p>
            <a:pPr algn="r"/>
            <a:r>
              <a:rPr lang="en-US" sz="3200" b="0" dirty="0" smtClean="0">
                <a:solidFill>
                  <a:schemeClr val="tx1"/>
                </a:solidFill>
              </a:rPr>
              <a:t>Rahul K</a:t>
            </a:r>
            <a:endParaRPr lang="en-IN" sz="3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913" y="2050553"/>
            <a:ext cx="5277395" cy="743448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Keystroke Logging  Demonstration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750423"/>
            <a:ext cx="6556103" cy="491453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With the increasing number of cyber security threats, traditional password-based authentication systems have proven insufficient in preventing unauthorized access. Static credentials can be easily compromised, leading to serious data breaches. This project proposes a keystroke dynamics-based authentication system that records and analyzes user typing behavior during login. By comparing real-time keystroke patterns with stored user profiles, the system aims to provide an additional layer of security that is non-intrusive, cost-effective, and difficult to replicate by attackers.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300" b="1" dirty="0">
                <a:solidFill>
                  <a:schemeClr val="tx1"/>
                </a:solidFill>
              </a:rPr>
              <a:t>Project Description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IN" b="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77334" y="1523751"/>
            <a:ext cx="8596668" cy="529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Keystroke Dynamics Login System is a security-based application that authenticates users not only by their credentials but also by their typing </a:t>
            </a:r>
            <a:r>
              <a:rPr lang="en-US" dirty="0" smtClean="0"/>
              <a:t>behavior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How </a:t>
            </a:r>
            <a:r>
              <a:rPr lang="en-US" dirty="0"/>
              <a:t>it works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The </a:t>
            </a:r>
            <a:r>
              <a:rPr lang="en-US" dirty="0"/>
              <a:t>system records keystroke features such as:</a:t>
            </a:r>
            <a:r>
              <a:rPr lang="en-US" sz="2200" dirty="0"/>
              <a:t/>
            </a:r>
            <a:br>
              <a:rPr lang="en-US" sz="2200" dirty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press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release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Typing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Time </a:t>
            </a:r>
            <a:r>
              <a:rPr lang="en-US" dirty="0"/>
              <a:t>interval between consecutive </a:t>
            </a:r>
            <a:r>
              <a:rPr lang="en-US" dirty="0" smtClean="0"/>
              <a:t>keys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registration, the user’s typing pattern is stored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login, the system compares the current typing pattern with the stored pattern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both the password and typing pattern match within a threshold, access is granted.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291522"/>
            <a:ext cx="7904481" cy="49833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 smtClean="0"/>
              <a:t>Organizations </a:t>
            </a:r>
            <a:r>
              <a:rPr lang="en-US" sz="1400" dirty="0"/>
              <a:t>&amp; </a:t>
            </a:r>
            <a:r>
              <a:rPr lang="en-US" sz="1400" dirty="0" smtClean="0"/>
              <a:t>Companies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For secure employee login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Educational </a:t>
            </a:r>
            <a:r>
              <a:rPr lang="en-US" sz="1400" dirty="0" smtClean="0"/>
              <a:t>Institutions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Student portals and online exam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Banking &amp; Financial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Extra security for sensitive </a:t>
            </a:r>
            <a:r>
              <a:rPr lang="en-US" sz="1400" dirty="0" smtClean="0"/>
              <a:t>accounts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Software </a:t>
            </a:r>
            <a:r>
              <a:rPr lang="en-US" sz="1400" dirty="0" smtClean="0"/>
              <a:t>Applications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Systems requiring multi-factor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Individual </a:t>
            </a:r>
            <a:r>
              <a:rPr lang="en-US" sz="1400" dirty="0" smtClean="0"/>
              <a:t>Users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Personal systems needing enhanced login protection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The end users of the Keystroke Dynamics Login System include: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502465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 smtClean="0"/>
              <a:t>Python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Keyboard event </a:t>
            </a:r>
            <a:r>
              <a:rPr lang="en-US" sz="2400" dirty="0" smtClean="0"/>
              <a:t>handling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Time </a:t>
            </a:r>
            <a:r>
              <a:rPr lang="en-US" sz="2400" dirty="0" smtClean="0"/>
              <a:t>module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Basic pattern comparison (threshold-based</a:t>
            </a:r>
            <a:r>
              <a:rPr lang="en-US" sz="2400" dirty="0" smtClean="0"/>
              <a:t>)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Optional: Machine Learning for advanced matching</a:t>
            </a: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07" y="1201586"/>
            <a:ext cx="6917157" cy="37959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2" y="5071366"/>
            <a:ext cx="5153744" cy="7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3149741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584</TotalTime>
  <Words>217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Keystroke Logging  Demonstration</vt:lpstr>
      <vt:lpstr>PROBLEM  STATEMENT</vt:lpstr>
      <vt:lpstr>Project Description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rakshith gowda</cp:lastModifiedBy>
  <cp:revision>79</cp:revision>
  <dcterms:created xsi:type="dcterms:W3CDTF">2021-07-11T13:13:15Z</dcterms:created>
  <dcterms:modified xsi:type="dcterms:W3CDTF">2025-12-28T20:08:13Z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